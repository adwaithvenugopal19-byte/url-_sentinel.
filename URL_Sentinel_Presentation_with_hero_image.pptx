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dfwHtwtcz8ZCImpI4YdM+W6Tr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2" y="85200"/>
            <a:ext cx="12191700" cy="6858000"/>
          </a:xfrm>
          <a:prstGeom prst="rect">
            <a:avLst/>
          </a:prstGeom>
          <a:solidFill>
            <a:srgbClr val="0810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CYBER SAFETY • PROJECT PRESENTATION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77245" y="1357830"/>
            <a:ext cx="576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highlight>
                  <a:schemeClr val="dk1"/>
                </a:highlight>
              </a:rPr>
              <a:t>URL SENTINEL</a:t>
            </a:r>
            <a:endParaRPr sz="4300">
              <a:solidFill>
                <a:schemeClr val="lt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 rot="-778">
            <a:off x="777925" y="3063227"/>
            <a:ext cx="5303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A simple way to pause, check a link, and make a safer decision online.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77240" y="521208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Presented by: ADWAIT</a:t>
            </a:r>
            <a:r>
              <a:rPr lang="en-US" sz="1300">
                <a:solidFill>
                  <a:srgbClr val="F5F8FF"/>
                </a:solidFill>
              </a:rPr>
              <a:t>H VENUGOPAL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1390" y="5734578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Class / Department: CSE B</a:t>
            </a:r>
            <a:endParaRPr/>
          </a:p>
        </p:txBody>
      </p:sp>
      <p:pic>
        <p:nvPicPr>
          <p:cNvPr id="90" name="Picture 89" descr="Screenshot from 2026-10-09 11-11-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325880"/>
            <a:ext cx="4892040" cy="27661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01 • INTRODUCTION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Why link checking matters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21792" y="1298448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A link can look familiar while leading to an unexpected or deceptive destination.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640080" y="2240280"/>
            <a:ext cx="3429000" cy="2057400"/>
          </a:xfrm>
          <a:prstGeom prst="roundRect">
            <a:avLst>
              <a:gd fmla="val 16667" name="adj"/>
            </a:avLst>
          </a:prstGeom>
          <a:solidFill>
            <a:srgbClr val="121F39"/>
          </a:solidFill>
          <a:ln cap="flat" cmpd="sng" w="9525">
            <a:solidFill>
              <a:srgbClr val="2C41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68680" y="25603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PHISHING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68680" y="306324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Fake pages may imitate trusted brands and try to collect passwords.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4434840" y="2240280"/>
            <a:ext cx="3429000" cy="2057400"/>
          </a:xfrm>
          <a:prstGeom prst="roundRect">
            <a:avLst>
              <a:gd fmla="val 16667" name="adj"/>
            </a:avLst>
          </a:prstGeom>
          <a:solidFill>
            <a:srgbClr val="121F39"/>
          </a:solidFill>
          <a:ln cap="flat" cmpd="sng" w="9525">
            <a:solidFill>
              <a:srgbClr val="2C41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663440" y="25603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UNEXPECTED LINKS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4663440" y="306324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Messages can pressure users to click quickly without checking the address.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8229600" y="2240280"/>
            <a:ext cx="3429000" cy="2057400"/>
          </a:xfrm>
          <a:prstGeom prst="roundRect">
            <a:avLst>
              <a:gd fmla="val 16667" name="adj"/>
            </a:avLst>
          </a:prstGeom>
          <a:solidFill>
            <a:srgbClr val="121F39"/>
          </a:solidFill>
          <a:ln cap="flat" cmpd="sng" w="9525">
            <a:solidFill>
              <a:srgbClr val="2C41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8458200" y="25603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USER AWARENESS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8458200" y="306324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A quick pause and independent verification can reduce avoidable risk.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31520" y="4983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BE4B"/>
                </a:solidFill>
                <a:latin typeface="Arial"/>
                <a:ea typeface="Arial"/>
                <a:cs typeface="Arial"/>
                <a:sym typeface="Arial"/>
              </a:rPr>
              <a:t>Key message: do not trust a link only because its message or appearance seems familiar.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URL SENTINEL  •  PROJECT PRESENTATION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02 • THE IDEA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What is URL Sentinel?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621792" y="1298448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A web-based concept for checking a URL and helping users think before they click.</a:t>
            </a:r>
            <a:endParaRPr/>
          </a:p>
        </p:txBody>
      </p:sp>
      <p:pic>
        <p:nvPicPr>
          <p:cNvPr descr="tlm_home_mockup.png"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74519"/>
            <a:ext cx="6583680" cy="38587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7543800" y="205740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PROJECT GOAL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7543800" y="2560320"/>
            <a:ext cx="3749039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Make link safety easier to understand for everyday users.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7543800" y="3977639"/>
            <a:ext cx="3794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The website link provided is the source for this presentation. The exact features and results should be demonstrated live.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URL SENTINEL  •  PROJECT PRESENTATION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03 • WEBSITE WALKTHROUGH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Scanner page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621792" y="1298448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Demonstrate the scanner by opening the website and entering a link you are authorised to test.</a:t>
            </a:r>
            <a:endParaRPr/>
          </a:p>
        </p:txBody>
      </p:sp>
      <p:pic>
        <p:nvPicPr>
          <p:cNvPr descr="tlm_scanner_mockup.png"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828800"/>
            <a:ext cx="694944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7909560" y="20574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LIVE DEMO STEPS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7955279" y="2606040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1.  Open the website URL.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7955279" y="3182112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2.  Navigate to the scanner section.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7955279" y="3758184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3.  Enter a public test URL.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7955279" y="4334256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4.  Select the scan/analyze control.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7955279" y="491032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5.  Read the result and any explanation.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URL SENTINEL  •  PROJECT PRESENTATION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04 • UNDERSTANDING RESULTS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How to interpret a link check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621792" y="1298448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Use the real website's displayed result during the presentation; do not assume a verdict in advance.</a:t>
            </a:r>
            <a:endParaRPr/>
          </a:p>
        </p:txBody>
      </p:sp>
      <p:pic>
        <p:nvPicPr>
          <p:cNvPr descr="tlm_result_mockup.png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828800"/>
            <a:ext cx="6675120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7635240" y="205740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SAFE HABITS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7680960" y="2606040"/>
            <a:ext cx="3657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Check the spelling of the domain.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7680960" y="3319272"/>
            <a:ext cx="3657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Be cautious of urgency or threats.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7680960" y="4032504"/>
            <a:ext cx="3657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Never share passwords or one-time codes from an unexpected link.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7680960" y="4745736"/>
            <a:ext cx="3657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If unsure, visit the official site directly.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URL SENTINEL  •  PROJECT PRESENTATION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05 • BENEFITS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Why this project is useful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621792" y="1298448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A clear, accessible link-checking flow can support safer online decisions.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731520" y="1965960"/>
            <a:ext cx="5074920" cy="1234440"/>
          </a:xfrm>
          <a:prstGeom prst="roundRect">
            <a:avLst>
              <a:gd fmla="val 16667" name="adj"/>
            </a:avLst>
          </a:prstGeom>
          <a:solidFill>
            <a:srgbClr val="121F39"/>
          </a:solidFill>
          <a:ln cap="flat" cmpd="sng" w="9525">
            <a:solidFill>
              <a:srgbClr val="2C41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960120" y="21305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Simple workflow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960120" y="249631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Enter a URL and review the response.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309359" y="1965960"/>
            <a:ext cx="5074920" cy="1234440"/>
          </a:xfrm>
          <a:prstGeom prst="roundRect">
            <a:avLst>
              <a:gd fmla="val 16667" name="adj"/>
            </a:avLst>
          </a:prstGeom>
          <a:solidFill>
            <a:srgbClr val="121F39"/>
          </a:solidFill>
          <a:ln cap="flat" cmpd="sng" w="9525">
            <a:solidFill>
              <a:srgbClr val="2C41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6537959" y="21305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Awareness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6537959" y="249631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Encourages users to question unfamiliar links.</a:t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731520" y="3611880"/>
            <a:ext cx="5074920" cy="1234440"/>
          </a:xfrm>
          <a:prstGeom prst="roundRect">
            <a:avLst>
              <a:gd fmla="val 16667" name="adj"/>
            </a:avLst>
          </a:prstGeom>
          <a:solidFill>
            <a:srgbClr val="121F39"/>
          </a:solidFill>
          <a:ln cap="flat" cmpd="sng" w="9525">
            <a:solidFill>
              <a:srgbClr val="2C41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960120" y="37764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Practical demonstration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960120" y="414223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Can be shown live in a browser during a project presentation.</a:t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309359" y="3611880"/>
            <a:ext cx="5074920" cy="1234440"/>
          </a:xfrm>
          <a:prstGeom prst="roundRect">
            <a:avLst>
              <a:gd fmla="val 16667" name="adj"/>
            </a:avLst>
          </a:prstGeom>
          <a:solidFill>
            <a:srgbClr val="121F39"/>
          </a:solidFill>
          <a:ln cap="flat" cmpd="sng" w="9525">
            <a:solidFill>
              <a:srgbClr val="2C41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6537959" y="37764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Room to grow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6537959" y="414223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Potential future additions include clearer explanations, scan history, and accessibility improvements.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URL SENTINEL  •  PROJECT PRESENTATION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06 • LIMITATIONS &amp; NEXT STEPS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Responsible use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621792" y="1298448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A link checker is a decision aid—not a guarantee that a website is safe.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BE4B"/>
                </a:solidFill>
                <a:latin typeface="Arial"/>
                <a:ea typeface="Arial"/>
                <a:cs typeface="Arial"/>
                <a:sym typeface="Arial"/>
              </a:rPr>
              <a:t>IMPORTANT LIMITATIONS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868680" y="2560320"/>
            <a:ext cx="4754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A low-risk result does not prove a link is harmless.</a:t>
            </a:r>
            <a:b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Results depend on what the tool actually checks.</a:t>
            </a:r>
            <a:b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Avoid entering private, personal, or authenticated URLs into public scanners.</a:t>
            </a:r>
            <a:endParaRPr/>
          </a:p>
        </p:txBody>
      </p:sp>
      <p:sp>
        <p:nvSpPr>
          <p:cNvPr id="189" name="Google Shape;189;p7"/>
          <p:cNvSpPr txBox="1"/>
          <p:nvPr/>
        </p:nvSpPr>
        <p:spPr>
          <a:xfrm>
            <a:off x="621792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FUTURE IMPROVEMENTS</a:t>
            </a:r>
            <a:endParaRPr/>
          </a:p>
        </p:txBody>
      </p:sp>
      <p:sp>
        <p:nvSpPr>
          <p:cNvPr id="190" name="Google Shape;190;p7"/>
          <p:cNvSpPr txBox="1"/>
          <p:nvPr/>
        </p:nvSpPr>
        <p:spPr>
          <a:xfrm>
            <a:off x="6263640" y="2560320"/>
            <a:ext cx="4754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Explain each warning in plain language.</a:t>
            </a:r>
            <a:b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Improve mobile accessibility and contrast.</a:t>
            </a:r>
            <a:b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Add clear guidance for suspicious results.</a:t>
            </a:r>
            <a:b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• Test against safe, known examples.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URL SENTINEL  •  PROJECT PRESENTATION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777240" y="640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777240" y="123444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8FF"/>
                </a:solidFill>
                <a:latin typeface="Arial"/>
                <a:ea typeface="Arial"/>
                <a:cs typeface="Arial"/>
                <a:sym typeface="Arial"/>
              </a:rPr>
              <a:t>Pause. Check. Then click.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822960" y="233172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URL Sentinel presents an opportunity to make link awareness more approachable and practical.</a:t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822960" y="3703320"/>
            <a:ext cx="10515600" cy="1188720"/>
          </a:xfrm>
          <a:prstGeom prst="roundRect">
            <a:avLst>
              <a:gd fmla="val 16667" name="adj"/>
            </a:avLst>
          </a:prstGeom>
          <a:solidFill>
            <a:srgbClr val="121F39"/>
          </a:solidFill>
          <a:ln cap="flat" cmpd="sng" w="9525">
            <a:solidFill>
              <a:srgbClr val="2C41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1143000" y="3977639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Thank you — any questions?</a:t>
            </a:r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822960" y="5852160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1BED3"/>
                </a:solidFill>
                <a:latin typeface="Arial"/>
                <a:ea typeface="Arial"/>
                <a:cs typeface="Arial"/>
                <a:sym typeface="Arial"/>
              </a:rPr>
              <a:t>URL SENTINEL  •  PROJECT PRESENTATION</a:t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DCBE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